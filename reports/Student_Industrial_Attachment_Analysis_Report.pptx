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9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4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6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4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0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1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7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6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581B8-505B-43A6-8D9A-E966D8F2B26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BCEED-4F9C-43D1-9D57-A847BA6A3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6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7772400" cy="360040"/>
          </a:xfrm>
        </p:spPr>
        <p:txBody>
          <a:bodyPr>
            <a:normAutofit fontScale="90000"/>
          </a:bodyPr>
          <a:lstStyle/>
          <a:p>
            <a:r>
              <a:rPr lang="en-US" sz="2000" dirty="0" smtClean="0"/>
              <a:t>Students Placed </a:t>
            </a:r>
            <a:r>
              <a:rPr lang="en-US" sz="2000" dirty="0" err="1" smtClean="0"/>
              <a:t>Vs</a:t>
            </a:r>
            <a:r>
              <a:rPr lang="en-US" sz="2000" dirty="0" smtClean="0"/>
              <a:t> Not Placed Per Year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496944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713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548680"/>
            <a:ext cx="6400800" cy="52846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Student Placement Trend by Year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6264696" cy="3167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940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Students Grading Status by year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992888" cy="4166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318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006" y="332656"/>
            <a:ext cx="7772400" cy="50405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Student Grading Trend by Year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916832"/>
            <a:ext cx="8650287" cy="3453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08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504057"/>
          </a:xfrm>
        </p:spPr>
        <p:txBody>
          <a:bodyPr>
            <a:noAutofit/>
          </a:bodyPr>
          <a:lstStyle/>
          <a:p>
            <a:r>
              <a:rPr lang="en-US" sz="3600" dirty="0" smtClean="0"/>
              <a:t>Student Placement by attachment Period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28800"/>
            <a:ext cx="7128792" cy="361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800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332656"/>
            <a:ext cx="7772400" cy="504057"/>
          </a:xfrm>
        </p:spPr>
        <p:txBody>
          <a:bodyPr>
            <a:noAutofit/>
          </a:bodyPr>
          <a:lstStyle/>
          <a:p>
            <a:r>
              <a:rPr lang="en-US" sz="2800" dirty="0" smtClean="0"/>
              <a:t>Student Placement trend by attachment Period</a:t>
            </a:r>
            <a:endParaRPr lang="en-US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7992888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469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332656"/>
            <a:ext cx="7772400" cy="504057"/>
          </a:xfrm>
        </p:spPr>
        <p:txBody>
          <a:bodyPr>
            <a:noAutofit/>
          </a:bodyPr>
          <a:lstStyle/>
          <a:p>
            <a:r>
              <a:rPr lang="en-US" sz="2800" dirty="0" smtClean="0"/>
              <a:t>Student </a:t>
            </a:r>
            <a:r>
              <a:rPr lang="en-US" sz="2800" dirty="0" smtClean="0"/>
              <a:t>Grading Status</a:t>
            </a:r>
            <a:r>
              <a:rPr lang="en-US" sz="2800" dirty="0" smtClean="0"/>
              <a:t> </a:t>
            </a:r>
            <a:r>
              <a:rPr lang="en-US" sz="2800" dirty="0" smtClean="0"/>
              <a:t>by attachment Period</a:t>
            </a:r>
            <a:endParaRPr 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268760"/>
            <a:ext cx="8064896" cy="3873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781242"/>
            <a:ext cx="44862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25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332656"/>
            <a:ext cx="7772400" cy="504057"/>
          </a:xfrm>
        </p:spPr>
        <p:txBody>
          <a:bodyPr>
            <a:noAutofit/>
          </a:bodyPr>
          <a:lstStyle/>
          <a:p>
            <a:r>
              <a:rPr lang="en-US" sz="2800" dirty="0" smtClean="0"/>
              <a:t>Student Placement trend by attachment Period</a:t>
            </a:r>
            <a:endParaRPr lang="en-US" sz="2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1484784"/>
            <a:ext cx="8878887" cy="362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559" y="908720"/>
            <a:ext cx="49053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211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45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Students Placed Vs Not Placed Per Year</vt:lpstr>
      <vt:lpstr>PowerPoint Presentation</vt:lpstr>
      <vt:lpstr>Students Grading Status by year</vt:lpstr>
      <vt:lpstr>Student Grading Trend by Year</vt:lpstr>
      <vt:lpstr>Student Placement by attachment Period</vt:lpstr>
      <vt:lpstr>Student Placement trend by attachment Period</vt:lpstr>
      <vt:lpstr>Student Grading Status by attachment Period</vt:lpstr>
      <vt:lpstr>Student Placement trend by attachment Period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Nyachomo</dc:creator>
  <cp:lastModifiedBy>Nyachomo</cp:lastModifiedBy>
  <cp:revision>12</cp:revision>
  <dcterms:created xsi:type="dcterms:W3CDTF">2026-08-17T10:37:22Z</dcterms:created>
  <dcterms:modified xsi:type="dcterms:W3CDTF">2026-08-18T09:15:34Z</dcterms:modified>
</cp:coreProperties>
</file>